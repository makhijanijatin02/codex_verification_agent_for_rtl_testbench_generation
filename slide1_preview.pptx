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987552"/>
            <a:ext cx="8321040" cy="0"/>
          </a:xfrm>
          <a:prstGeom prst="line">
            <a:avLst/>
          </a:prstGeom>
          <a:ln w="12700">
            <a:solidFill>
              <a:srgbClr val="E8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502920"/>
            <a:ext cx="8229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8C1D40"/>
                </a:solidFill>
                <a:latin typeface="Calibri"/>
              </a:rPr>
              <a:t>Arizona State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8229600" cy="1920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600" b="1" i="0">
                <a:solidFill>
                  <a:srgbClr val="2E2E2E"/>
                </a:solidFill>
                <a:latin typeface="Calibri"/>
              </a:rPr>
              <a:t>Codex Verification Agent</a:t>
            </a:r>
          </a:p>
          <a:p>
            <a:pPr algn="l"/>
            <a:r>
              <a:rPr sz="3600" b="1" i="0">
                <a:solidFill>
                  <a:srgbClr val="2E2E2E"/>
                </a:solidFill>
                <a:latin typeface="Calibri"/>
              </a:rPr>
              <a:t>for RTL Testbench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27248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Mini Project 2 - Phase 2   |   AI for Design Verification   |   Topic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3611880"/>
            <a:ext cx="8321040" cy="0"/>
          </a:xfrm>
          <a:prstGeom prst="line">
            <a:avLst/>
          </a:prstGeom>
          <a:ln w="12700">
            <a:solidFill>
              <a:srgbClr val="E8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" y="3730752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Agent pipeline with prompt engineering for automated hardware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